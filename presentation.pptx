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156" d="100"/>
          <a:sy n="156" d="100"/>
        </p:scale>
        <p:origin x="34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3BB94-5116-9608-8629-4495A94B38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FE62F5-2FE4-880C-98A9-09BCDDF614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8C1318-F4B8-B2AC-684C-0AD39B9066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CDF59F-C9E3-02E9-7E05-04462738C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DEEC46-EE75-C5BB-55A8-98AB7392E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6079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A7BAA-0B25-7FA0-FD49-067CE3F8B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3E0376-1A89-75E8-EE90-FFAF715444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F22AA1-332E-5587-65DD-15BB3699E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0DC322-8E3F-2467-2CCC-E059B4B31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65E298-5FCD-3783-3A29-F9BAE60E8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894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FE005-4982-8B50-6509-8AC0EAD4F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4F79DA-A16B-0931-A5E6-6B2BEC175E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F860D5-9FE9-39D6-4E5D-F3E026794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80D4B3-ACDC-C9F8-1857-8D695B308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583956-6AD1-C196-D3F6-86E826C9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6516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B63E9-5E90-4F65-FFBE-81A09055A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0D43A0-8798-C9D9-C622-A0F5AFD9BF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1F3015-3985-D6DF-0119-BCAD8B75A2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415489-F5CA-3A7B-7B95-C0AEEC7AF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6C7249-82F8-896F-23BD-22E8BDA7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44F578-5F07-DC31-DB17-4A57813C1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21558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890AB-2D0C-5BE4-78C6-187F0D371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5E60E2-64B0-7793-89C0-BA5562120E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E899A9-B2AE-8E75-8162-C651A562C0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DC2460-2C33-0493-88ED-DD628894D9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FA7D1F-7884-0C17-FEA9-FBD59A89BC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097A0D8-EDA9-5980-4658-C296BD603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5DF768D-ADB6-708E-A9D5-DA8DFC2728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4929D5-993A-7F2B-232F-547841587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5554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5E6B2-D2DC-037E-BCAD-EEB2CCFA1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639C79-03BA-FE30-1951-B6D7133833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8DC95-0942-5648-9C69-F4929382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25171-6AB9-B975-C121-4CB3A8376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0865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9C8969-94A2-3FA8-D820-35D95488B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46BEEF5-9145-225F-C42E-B566693A3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BC36C6-EAF4-96AB-DEC1-4B3F01EE4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148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252A6-751F-7350-8B51-9AF01BEE9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1245B-80A5-1755-BFB0-0608642081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063AD4-C461-6C18-1A6A-FF8BD6655D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FEB5E2-A1FE-986F-BC57-B6A609DF2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F7834A-8CBF-E035-5920-087FA6E79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5B56D4-73A3-B6AC-98CF-8AE928C4C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60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3C690-0F75-398A-92BE-8B3D076DD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3037F7-DF3A-5564-82FE-12BCDBD127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856219-D4D3-E434-1263-0AF3F5CBCF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B778AB-78E5-0DF6-6F05-8DC3567CB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E343EA-9352-8CC8-8B36-B43F30C22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BEF379-5361-28BA-F397-5C8040061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864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836A8-DDD4-4D7E-EECD-27E77E010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706234-726B-4795-0B83-1CC455712A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E7945E-E04D-2044-4AF2-9BDD6A6D5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A17ABF-85B8-A857-00C4-D9C794FD8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9487BD-D5F7-7C61-F490-6167A13EC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5683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186184-A572-E06C-6A5E-AECB6C2265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A5E57B-E19A-FA86-F6C6-0ACB1BFDAF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85CF55-E2D0-89E6-66D4-1E79C96F7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79AE9-6B4C-A9FB-396D-5ACD380E4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4D61C2-A681-EDFD-2585-44774D6C0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607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4E15A3-BB3E-5DB6-50FA-3F555F14E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D5C7D8-B299-E04D-4AA9-CAB26B8C06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F88A3-5704-9C15-CB98-5D33763B42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3480EE-1A17-4A7E-BC0C-8137FBD0E5B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C04D47-783A-6109-7049-3C263623B3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928CDF-BD7E-8CFA-B68E-CCD55360FF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1285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2995A-9E46-DEA1-4268-19AF8505C7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[title]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413B44-2535-E13F-7D17-2CFC75E4C45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Benjamin Carey and Jack Smoroske</a:t>
            </a:r>
          </a:p>
          <a:p>
            <a:r>
              <a:rPr lang="en-US" dirty="0"/>
              <a:t>CS395, University of Kentucky</a:t>
            </a:r>
          </a:p>
        </p:txBody>
      </p:sp>
    </p:spTree>
    <p:extLst>
      <p:ext uri="{BB962C8B-B14F-4D97-AF65-F5344CB8AC3E}">
        <p14:creationId xmlns:p14="http://schemas.microsoft.com/office/powerpoint/2010/main" val="42580380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86EA4-117F-8865-8D72-677F057D2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EFF3F-6887-6537-5F5B-39D3EF8850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0037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9CEEB-2AA8-3B95-94F7-008BE1632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3A8851-708B-98E7-6532-6A0F7A6F64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Possible visualization?</a:t>
            </a:r>
          </a:p>
        </p:txBody>
      </p:sp>
    </p:spTree>
    <p:extLst>
      <p:ext uri="{BB962C8B-B14F-4D97-AF65-F5344CB8AC3E}">
        <p14:creationId xmlns:p14="http://schemas.microsoft.com/office/powerpoint/2010/main" val="35641274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CC433-0E81-7FEB-A611-37DDC955D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91683-78DD-5C80-7CDD-766F327370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570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7B9CB-7A19-E2C6-BC13-6A902C00A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Prefix Sums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D252CE-565B-754F-C0C8-4764CB0F10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3412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C2D11-90F7-ECE4-1495-B24101B52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Sliding Window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E40800-1AEC-1DF8-8271-B05083286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5026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4FDD0-26F6-D2A8-F97D-DC6F9B5AB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4EF197-938F-ABF1-6DC7-59F8FA3213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15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C060-08BC-45C5-D601-DD3D2F450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D3E3F-F817-33C0-F6BF-B91BAC8365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3830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16864-EE0B-E8D5-37E2-5BE9D589A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84B64-13D3-0C5B-BC46-45B6816B9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9336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8C6C5EE-79AD-9BFB-AE2B-B3CCBC25C5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D093E9-99D2-75E4-9BD4-968EFA27B8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Email </a:t>
            </a:r>
          </a:p>
        </p:txBody>
      </p:sp>
    </p:spTree>
    <p:extLst>
      <p:ext uri="{BB962C8B-B14F-4D97-AF65-F5344CB8AC3E}">
        <p14:creationId xmlns:p14="http://schemas.microsoft.com/office/powerpoint/2010/main" val="24705118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</Words>
  <Application>Microsoft Office PowerPoint</Application>
  <PresentationFormat>Widescreen</PresentationFormat>
  <Paragraphs>14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[title]</vt:lpstr>
      <vt:lpstr>Problem Background</vt:lpstr>
      <vt:lpstr>The Problem</vt:lpstr>
      <vt:lpstr>Solution Strategy</vt:lpstr>
      <vt:lpstr>Prefix Sums</vt:lpstr>
      <vt:lpstr>Sliding Window</vt:lpstr>
      <vt:lpstr>Dynamic Programming</vt:lpstr>
      <vt:lpstr>Demo</vt:lpstr>
      <vt:lpstr>Conclusions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Smoroske, Jackson W.</dc:creator>
  <cp:lastModifiedBy>Smoroske, Jackson W.</cp:lastModifiedBy>
  <cp:revision>1</cp:revision>
  <dcterms:created xsi:type="dcterms:W3CDTF">2026-05-05T17:00:14Z</dcterms:created>
  <dcterms:modified xsi:type="dcterms:W3CDTF">2026-05-05T17:00:59Z</dcterms:modified>
</cp:coreProperties>
</file>